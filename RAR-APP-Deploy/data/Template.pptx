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5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F956D-D726-4BCA-A49A-B6328A55037C}" v="22" dt="2025-11-20T21:11:05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>
        <p:scale>
          <a:sx n="75" d="100"/>
          <a:sy n="75" d="100"/>
        </p:scale>
        <p:origin x="974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อภิวัฒน์ เกษสาวงค์" userId="07cd00c5f830dfeb" providerId="LiveId" clId="{B897715D-E66C-4BB2-A045-40D83FD66BC5}"/>
    <pc:docChg chg="undo custSel delSld modSld">
      <pc:chgData name="อภิวัฒน์ เกษสาวงค์" userId="07cd00c5f830dfeb" providerId="LiveId" clId="{B897715D-E66C-4BB2-A045-40D83FD66BC5}" dt="2025-11-20T21:11:19.065" v="125" actId="1076"/>
      <pc:docMkLst>
        <pc:docMk/>
      </pc:docMkLst>
      <pc:sldChg chg="addSp modSp mod">
        <pc:chgData name="อภิวัฒน์ เกษสาวงค์" userId="07cd00c5f830dfeb" providerId="LiveId" clId="{B897715D-E66C-4BB2-A045-40D83FD66BC5}" dt="2025-11-20T21:11:19.065" v="125" actId="1076"/>
        <pc:sldMkLst>
          <pc:docMk/>
          <pc:sldMk cId="4173522323" sldId="351"/>
        </pc:sldMkLst>
        <pc:spChg chg="mod">
          <ac:chgData name="อภิวัฒน์ เกษสาวงค์" userId="07cd00c5f830dfeb" providerId="LiveId" clId="{B897715D-E66C-4BB2-A045-40D83FD66BC5}" dt="2025-11-20T20:41:30.110" v="2" actId="13926"/>
          <ac:spMkLst>
            <pc:docMk/>
            <pc:sldMk cId="4173522323" sldId="351"/>
            <ac:spMk id="3" creationId="{E16090C2-3588-4A2F-D530-80EFA4DFB24D}"/>
          </ac:spMkLst>
        </pc:spChg>
        <pc:spChg chg="add mod">
          <ac:chgData name="อภิวัฒน์ เกษสาวงค์" userId="07cd00c5f830dfeb" providerId="LiveId" clId="{B897715D-E66C-4BB2-A045-40D83FD66BC5}" dt="2025-11-20T21:11:19.065" v="125" actId="1076"/>
          <ac:spMkLst>
            <pc:docMk/>
            <pc:sldMk cId="4173522323" sldId="351"/>
            <ac:spMk id="4" creationId="{26DBBECF-3740-7296-CCC8-51B9DD2119F9}"/>
          </ac:spMkLst>
        </pc:spChg>
        <pc:spChg chg="add mod">
          <ac:chgData name="อภิวัฒน์ เกษสาวงค์" userId="07cd00c5f830dfeb" providerId="LiveId" clId="{B897715D-E66C-4BB2-A045-40D83FD66BC5}" dt="2025-11-20T21:11:16.098" v="124" actId="1076"/>
          <ac:spMkLst>
            <pc:docMk/>
            <pc:sldMk cId="4173522323" sldId="351"/>
            <ac:spMk id="5" creationId="{4A13CF8B-4B1C-6F4C-87A7-C9ADCED53DFF}"/>
          </ac:spMkLst>
        </pc:spChg>
        <pc:spChg chg="mod">
          <ac:chgData name="อภิวัฒน์ เกษสาวงค์" userId="07cd00c5f830dfeb" providerId="LiveId" clId="{B897715D-E66C-4BB2-A045-40D83FD66BC5}" dt="2025-11-20T20:53:30.156" v="110" actId="20577"/>
          <ac:spMkLst>
            <pc:docMk/>
            <pc:sldMk cId="4173522323" sldId="351"/>
            <ac:spMk id="16" creationId="{46ABCE92-6502-876C-247E-CF65B3667DB5}"/>
          </ac:spMkLst>
        </pc:spChg>
        <pc:spChg chg="mod">
          <ac:chgData name="อภิวัฒน์ เกษสาวงค์" userId="07cd00c5f830dfeb" providerId="LiveId" clId="{B897715D-E66C-4BB2-A045-40D83FD66BC5}" dt="2025-11-20T20:45:18.846" v="83"/>
          <ac:spMkLst>
            <pc:docMk/>
            <pc:sldMk cId="4173522323" sldId="351"/>
            <ac:spMk id="50" creationId="{00000000-0000-0000-0000-000000000000}"/>
          </ac:spMkLst>
        </pc:spChg>
        <pc:graphicFrameChg chg="mod modGraphic">
          <ac:chgData name="อภิวัฒน์ เกษสาวงค์" userId="07cd00c5f830dfeb" providerId="LiveId" clId="{B897715D-E66C-4BB2-A045-40D83FD66BC5}" dt="2025-11-20T20:44:59.819" v="82" actId="20577"/>
          <ac:graphicFrameMkLst>
            <pc:docMk/>
            <pc:sldMk cId="4173522323" sldId="351"/>
            <ac:graphicFrameMk id="6" creationId="{212EE4F8-1038-95CE-4ACC-BD3E94D6182A}"/>
          </ac:graphicFrameMkLst>
        </pc:graphicFrameChg>
      </pc:sldChg>
      <pc:sldChg chg="del">
        <pc:chgData name="อภิวัฒน์ เกษสาวงค์" userId="07cd00c5f830dfeb" providerId="LiveId" clId="{B897715D-E66C-4BB2-A045-40D83FD66BC5}" dt="2025-11-20T20:41:06.410" v="0" actId="47"/>
        <pc:sldMkLst>
          <pc:docMk/>
          <pc:sldMk cId="907034575" sldId="3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D4D4C-5249-4875-8A65-EE6865E2DF95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3D0A4-44C5-4F41-9C9E-41017CC54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2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3D0A4-44C5-4F41-9C9E-41017CC54E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6A1F-286B-5CBB-B732-1F64408DF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0560C-FDC5-6B33-3B91-502980035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5957C-39E8-4232-2DF5-7387DF04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C6A2A-DE19-3876-E3EA-B4300A59E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EB23-5E9A-0104-BA24-D7A43BF33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8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4D87-3AAB-251D-3423-F8FB4E76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16D02-5858-C82B-6F81-F70103F51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B5C02-579E-18CC-7630-53668922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77565-7059-C395-0916-10A116D2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DBCA-F424-21CA-F9E3-4E2D9B83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ADC2-510A-1926-9E09-1ABFB5C5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79D42-AD9E-95C0-F257-5663EB45E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686FA-801F-66CA-AC03-F88BD937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973FE-BF6D-5EFE-6F79-6A7D67D1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A638-85D4-83BD-2563-51662A79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4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AC02-38D0-2A5A-6FD7-4D31EEB8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67919-8103-CE3A-B533-99C0C81F2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A4BB6-9B7E-0B19-5B93-9CD6C2E75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718F0-7F77-900F-F7A5-2A966843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20852-F93F-F495-78FD-5E7D25C2D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A0AF6-7EFD-4DCB-5DDC-9D804C27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7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1A9C-EFA2-0E40-70D0-78547092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E7715-887D-2D13-6CEF-5B33B2782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7C349-C527-EC30-D1D8-E2B6749FB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0BF8D3-5123-A03C-26F3-42BC2C586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FF190B-1915-B7A7-3DE8-1ACAA5E00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2D839-721E-29B0-C938-07AC8C57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BC121F-6D9E-C3F4-952F-132FA244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1C720-F4F0-F1A3-AA12-B2FEBD3A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7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CCD8-EE62-7BEA-6C9E-54CB86954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40111-7227-9A18-D7BC-1518FE51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109E8-2C2C-B80B-E200-2E5A002E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FE8D9-22D9-EAE3-CF3D-BBB380E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22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6598B-7EC0-7A49-1F8A-33384617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099739-F5EC-A782-E653-7A35CC23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D21B4-8882-2B09-E82E-595EB00F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57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D25E-5674-669E-1403-FDC3106CB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F8ED8-0945-B55F-3549-42785294B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6BECC-7774-5E88-91D8-949ECCD83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50BAA-358B-A673-BE41-CA7F3814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A22E5-2DB0-5CF8-F661-3B0B6767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53F91-B052-F0A9-2A0B-BD3294248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5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2E862-1ECD-6829-EB0A-C6B5F9A7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32D4E-F913-2412-6C55-8FBB20A3F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E4AA5-81DC-8B38-172C-2F737D4E3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DAE5E-6D9E-5936-06EA-D909CC132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D4E20-6FF2-0EAA-D626-F9CF2A0B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7DF7A-00C5-B47E-266A-C5C64E03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B54D-7BCB-C7F1-1694-ECCEEA281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6BD18-A5DA-53DC-561F-54EE382B7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A7F5E-B5A0-3B34-EE04-E405D9C3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D705-6B88-E6DA-D448-B8B9C0548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0D7B1-8DF2-2AAE-0D0C-C11E64CC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2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F4AEE-8314-1D2A-07FB-334F04E77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1C585-EF8C-759C-5352-242368F49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506A7-CB3E-908E-2C60-AEA21DDE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7384-1C71-D0B3-D341-0CFECDF5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95259-8BB0-27C1-8609-513C40DC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3D807-2332-5691-96DA-C8C56616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AC9E8-6DC9-3DF9-4FD2-E4256277F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98502-62C2-BB9B-1A08-B1FA2B8C6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FCB47-7F46-4C1B-9082-ADCB8D8CB7B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A4073-59A1-D7EF-9CD5-BFE5F0510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CB2BA-D6FF-DEE6-B9BA-40CB4113E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C3FBF-1693-4412-9EAE-4C9EEEBD5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8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6090C2-3588-4A2F-D530-80EFA4DFB24D}"/>
              </a:ext>
            </a:extLst>
          </p:cNvPr>
          <p:cNvSpPr txBox="1"/>
          <p:nvPr/>
        </p:nvSpPr>
        <p:spPr>
          <a:xfrm>
            <a:off x="589820" y="160297"/>
            <a:ext cx="949971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lvl="0">
              <a:defRPr/>
            </a:pPr>
            <a:r>
              <a:rPr kumimoji="0" lang="th-TH" sz="4400" b="1" i="0" u="none" strike="noStrike" kern="1200" cap="none" spc="0" normalizeH="0" baseline="0" noProof="0" dirty="0">
                <a:ln>
                  <a:noFill/>
                </a:ln>
                <a:solidFill>
                  <a:srgbClr val="00A94F"/>
                </a:solidFill>
                <a:effectLst/>
                <a:uLnTx/>
                <a:uFillTx/>
                <a:latin typeface="FreesiaUPC" panose="020B0604020202020204" pitchFamily="34" charset="-34"/>
                <a:ea typeface="+mn-ea"/>
                <a:cs typeface="FreesiaUPC" panose="020B0604020202020204" pitchFamily="34" charset="-34"/>
              </a:rPr>
              <a:t>ถอดรหัสเส้นทางอาชีพของคุณ </a:t>
            </a:r>
            <a:r>
              <a:rPr lang="en-US" sz="4400" b="1" dirty="0">
                <a:solidFill>
                  <a:srgbClr val="00A94F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{{</a:t>
            </a:r>
            <a:r>
              <a:rPr lang="en-US" sz="4400" b="1" dirty="0" err="1">
                <a:solidFill>
                  <a:srgbClr val="00A94F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firstname</a:t>
            </a:r>
            <a:r>
              <a:rPr lang="en-US" sz="4400" b="1" dirty="0">
                <a:solidFill>
                  <a:srgbClr val="00A94F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}} {{</a:t>
            </a:r>
            <a:r>
              <a:rPr lang="en-US" sz="4400" b="1" dirty="0" err="1">
                <a:solidFill>
                  <a:srgbClr val="00A94F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lastname</a:t>
            </a:r>
            <a:r>
              <a:rPr lang="en-US" sz="4400" b="1" dirty="0">
                <a:solidFill>
                  <a:srgbClr val="00A94F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}}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00A94F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ea typeface="+mn-ea"/>
              <a:cs typeface="FreesiaUPC" panose="020B0604020202020204" pitchFamily="34" charset="-34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2EE4F8-1038-95CE-4ACC-BD3E94D61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798411"/>
              </p:ext>
            </p:extLst>
          </p:nvPr>
        </p:nvGraphicFramePr>
        <p:xfrm>
          <a:off x="1843658" y="1074468"/>
          <a:ext cx="9784080" cy="20472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67642087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172278878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0482466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832167264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th-TH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คำนำหน้า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{{title}}</a:t>
                      </a:r>
                    </a:p>
                  </a:txBody>
                  <a:tcPr>
                    <a:solidFill>
                      <a:srgbClr val="00A9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solidFill>
                      <a:srgbClr val="00A9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800" dirty="0">
                        <a:solidFill>
                          <a:schemeClr val="bg1"/>
                        </a:solidFill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solidFill>
                      <a:srgbClr val="00A9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034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th-TH" sz="1800" b="1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ตำแหน่งปัจจุบัน</a:t>
                      </a:r>
                      <a:endParaRPr lang="en-US" sz="1800" b="1" dirty="0"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{{</a:t>
                      </a:r>
                      <a:r>
                        <a:rPr lang="en-US" sz="1800" dirty="0" err="1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current_position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h-TH" sz="1800" b="1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หน่วยงาน</a:t>
                      </a:r>
                      <a:endParaRPr lang="en-US" sz="1800" b="1" dirty="0"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{{unit}}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862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1800" b="1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อายุตัว</a:t>
                      </a:r>
                      <a:endParaRPr lang="en-US" sz="1800" b="1" dirty="0"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{{age}}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th-TH" sz="1800" b="1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อายุงาน</a:t>
                      </a:r>
                      <a:endParaRPr lang="en-US" sz="1800" b="1" dirty="0"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{{</a:t>
                      </a:r>
                      <a:r>
                        <a:rPr lang="en-US" sz="1800" dirty="0" err="1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work_exp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781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h-TH" sz="1800" b="1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ประวัติการศึกษา</a:t>
                      </a:r>
                      <a:endParaRPr lang="en-US" sz="1800" b="1" dirty="0"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ปริญญาตรี</a:t>
                      </a:r>
                      <a:r>
                        <a:rPr lang="en-US" sz="1800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	</a:t>
                      </a:r>
                      <a:r>
                        <a:rPr lang="th-TH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สาขา 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{{Degree_field1}}</a:t>
                      </a:r>
                      <a:r>
                        <a:rPr lang="en-US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th-TH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มหาวิทยาลัย 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{{Degree_institution1}}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ปริญญาโท</a:t>
                      </a:r>
                      <a:r>
                        <a:rPr lang="en-US" sz="1800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	</a:t>
                      </a:r>
                      <a:r>
                        <a:rPr lang="th-TH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สาขา 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{{Degree_field2}}</a:t>
                      </a:r>
                      <a:r>
                        <a:rPr lang="en-US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</a:t>
                      </a:r>
                      <a:r>
                        <a:rPr lang="th-TH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มหาวิทยาลัย 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{{Degree_institution2}}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ปริญญาเอก</a:t>
                      </a:r>
                      <a:r>
                        <a:rPr lang="en-US" sz="1800" dirty="0">
                          <a:latin typeface="FreesiaUPC" panose="020B0604020202020204" pitchFamily="34" charset="-34"/>
                          <a:cs typeface="FreesiaUPC" panose="020B0604020202020204" pitchFamily="34" charset="-34"/>
                        </a:rPr>
                        <a:t>	</a:t>
                      </a:r>
                      <a:r>
                        <a:rPr lang="th-TH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สาขา 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{{Degree_field3}}</a:t>
                      </a:r>
                      <a:r>
                        <a:rPr lang="th-TH" sz="1800" dirty="0"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 มหาวิทยาลัย </a:t>
                      </a:r>
                      <a:r>
                        <a:rPr lang="en-US" sz="1800" dirty="0">
                          <a:highlight>
                            <a:srgbClr val="FFFF00"/>
                          </a:highlight>
                          <a:latin typeface="Browallia New" panose="020B0604020202020204" pitchFamily="34" charset="-34"/>
                          <a:cs typeface="Browallia New" panose="020B0604020202020204" pitchFamily="34" charset="-34"/>
                        </a:rPr>
                        <a:t>{{Degree_institution3}}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800" dirty="0">
                        <a:latin typeface="FreesiaUPC" panose="020B0604020202020204" pitchFamily="34" charset="-34"/>
                        <a:cs typeface="FreesiaUPC" panose="020B0604020202020204" pitchFamily="34" charset="-34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469325"/>
                  </a:ext>
                </a:extLst>
              </a:tr>
            </a:tbl>
          </a:graphicData>
        </a:graphic>
      </p:graphicFrame>
      <p:sp>
        <p:nvSpPr>
          <p:cNvPr id="7" name="Rectangle: Rounded Corners 27">
            <a:extLst>
              <a:ext uri="{FF2B5EF4-FFF2-40B4-BE49-F238E27FC236}">
                <a16:creationId xmlns:a16="http://schemas.microsoft.com/office/drawing/2014/main" id="{FBE79152-A975-F0FE-CCD8-F07BA78B39ED}"/>
              </a:ext>
            </a:extLst>
          </p:cNvPr>
          <p:cNvSpPr/>
          <p:nvPr/>
        </p:nvSpPr>
        <p:spPr>
          <a:xfrm>
            <a:off x="431026" y="3280226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8" name="Rectangle: Rounded Corners 1024">
            <a:extLst>
              <a:ext uri="{FF2B5EF4-FFF2-40B4-BE49-F238E27FC236}">
                <a16:creationId xmlns:a16="http://schemas.microsoft.com/office/drawing/2014/main" id="{03216C34-D6B4-C244-020A-4D9035B74F3F}"/>
              </a:ext>
            </a:extLst>
          </p:cNvPr>
          <p:cNvSpPr/>
          <p:nvPr/>
        </p:nvSpPr>
        <p:spPr>
          <a:xfrm>
            <a:off x="2725515" y="3280225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9" name="Rectangle: Rounded Corners 1026">
            <a:extLst>
              <a:ext uri="{FF2B5EF4-FFF2-40B4-BE49-F238E27FC236}">
                <a16:creationId xmlns:a16="http://schemas.microsoft.com/office/drawing/2014/main" id="{E1CC56A7-FC38-7B13-B4B1-B53E271F506D}"/>
              </a:ext>
            </a:extLst>
          </p:cNvPr>
          <p:cNvSpPr/>
          <p:nvPr/>
        </p:nvSpPr>
        <p:spPr>
          <a:xfrm>
            <a:off x="5020004" y="3280224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10" name="Rectangle: Rounded Corners 1027">
            <a:extLst>
              <a:ext uri="{FF2B5EF4-FFF2-40B4-BE49-F238E27FC236}">
                <a16:creationId xmlns:a16="http://schemas.microsoft.com/office/drawing/2014/main" id="{D3BA5418-7A4C-AE8E-4065-41A8C2F28940}"/>
              </a:ext>
            </a:extLst>
          </p:cNvPr>
          <p:cNvSpPr/>
          <p:nvPr/>
        </p:nvSpPr>
        <p:spPr>
          <a:xfrm>
            <a:off x="7314494" y="3280223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11" name="Rectangle: Rounded Corners 1028">
            <a:extLst>
              <a:ext uri="{FF2B5EF4-FFF2-40B4-BE49-F238E27FC236}">
                <a16:creationId xmlns:a16="http://schemas.microsoft.com/office/drawing/2014/main" id="{337B3A3B-4A7E-2460-7570-FB44D1CB9579}"/>
              </a:ext>
            </a:extLst>
          </p:cNvPr>
          <p:cNvSpPr/>
          <p:nvPr/>
        </p:nvSpPr>
        <p:spPr>
          <a:xfrm>
            <a:off x="9608983" y="3280222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12" name="Arrow: Chevron 1031">
            <a:extLst>
              <a:ext uri="{FF2B5EF4-FFF2-40B4-BE49-F238E27FC236}">
                <a16:creationId xmlns:a16="http://schemas.microsoft.com/office/drawing/2014/main" id="{6B90370F-5EA3-41F1-5A25-59FB36B9E8DA}"/>
              </a:ext>
            </a:extLst>
          </p:cNvPr>
          <p:cNvSpPr/>
          <p:nvPr/>
        </p:nvSpPr>
        <p:spPr>
          <a:xfrm>
            <a:off x="2480597" y="3487922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13" name="Arrow: Chevron 1033">
            <a:extLst>
              <a:ext uri="{FF2B5EF4-FFF2-40B4-BE49-F238E27FC236}">
                <a16:creationId xmlns:a16="http://schemas.microsoft.com/office/drawing/2014/main" id="{AD6BCD31-4F2F-54A7-26F5-D40156C823B9}"/>
              </a:ext>
            </a:extLst>
          </p:cNvPr>
          <p:cNvSpPr/>
          <p:nvPr/>
        </p:nvSpPr>
        <p:spPr>
          <a:xfrm>
            <a:off x="4773903" y="3487922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14" name="Arrow: Chevron 1034">
            <a:extLst>
              <a:ext uri="{FF2B5EF4-FFF2-40B4-BE49-F238E27FC236}">
                <a16:creationId xmlns:a16="http://schemas.microsoft.com/office/drawing/2014/main" id="{81BD9A21-76EB-E673-75AB-0788CB449B33}"/>
              </a:ext>
            </a:extLst>
          </p:cNvPr>
          <p:cNvSpPr/>
          <p:nvPr/>
        </p:nvSpPr>
        <p:spPr>
          <a:xfrm>
            <a:off x="7067209" y="3487922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15" name="Arrow: Chevron 1035">
            <a:extLst>
              <a:ext uri="{FF2B5EF4-FFF2-40B4-BE49-F238E27FC236}">
                <a16:creationId xmlns:a16="http://schemas.microsoft.com/office/drawing/2014/main" id="{C4FBF212-70CB-FE2D-A3E6-C010B0649BCC}"/>
              </a:ext>
            </a:extLst>
          </p:cNvPr>
          <p:cNvSpPr/>
          <p:nvPr/>
        </p:nvSpPr>
        <p:spPr>
          <a:xfrm>
            <a:off x="9360515" y="3487922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BCE92-6502-876C-247E-CF65B3667DB5}"/>
              </a:ext>
            </a:extLst>
          </p:cNvPr>
          <p:cNvSpPr txBox="1"/>
          <p:nvPr/>
        </p:nvSpPr>
        <p:spPr>
          <a:xfrm>
            <a:off x="427477" y="3295614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lang="en-US" sz="1400" b="1" dirty="0">
                <a:solidFill>
                  <a:prstClr val="black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lang="en-US" sz="1400" b="1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{{job1}}</a:t>
            </a:r>
            <a:endParaRPr lang="th-TH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lvl="0"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{{Agency1}}</a:t>
            </a:r>
          </a:p>
          <a:p>
            <a:pPr lvl="0"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{{job_exp1}}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0" name="Rectangle: Rounded Corners 1028">
            <a:extLst>
              <a:ext uri="{FF2B5EF4-FFF2-40B4-BE49-F238E27FC236}">
                <a16:creationId xmlns:a16="http://schemas.microsoft.com/office/drawing/2014/main" id="{337B3A3B-4A7E-2460-7570-FB44D1CB9579}"/>
              </a:ext>
            </a:extLst>
          </p:cNvPr>
          <p:cNvSpPr/>
          <p:nvPr/>
        </p:nvSpPr>
        <p:spPr>
          <a:xfrm>
            <a:off x="9645397" y="4262047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21" name="Arrow: Chevron 1035">
            <a:extLst>
              <a:ext uri="{FF2B5EF4-FFF2-40B4-BE49-F238E27FC236}">
                <a16:creationId xmlns:a16="http://schemas.microsoft.com/office/drawing/2014/main" id="{C4FBF212-70CB-FE2D-A3E6-C010B0649BCC}"/>
              </a:ext>
            </a:extLst>
          </p:cNvPr>
          <p:cNvSpPr/>
          <p:nvPr/>
        </p:nvSpPr>
        <p:spPr>
          <a:xfrm rot="5400000">
            <a:off x="10508046" y="3938169"/>
            <a:ext cx="426691" cy="369335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22" name="Arrow: Chevron 1035">
            <a:extLst>
              <a:ext uri="{FF2B5EF4-FFF2-40B4-BE49-F238E27FC236}">
                <a16:creationId xmlns:a16="http://schemas.microsoft.com/office/drawing/2014/main" id="{C4FBF212-70CB-FE2D-A3E6-C010B0649BCC}"/>
              </a:ext>
            </a:extLst>
          </p:cNvPr>
          <p:cNvSpPr/>
          <p:nvPr/>
        </p:nvSpPr>
        <p:spPr>
          <a:xfrm rot="10800000">
            <a:off x="9437375" y="4474329"/>
            <a:ext cx="311569" cy="369503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23" name="Rectangle: Rounded Corners 1028">
            <a:extLst>
              <a:ext uri="{FF2B5EF4-FFF2-40B4-BE49-F238E27FC236}">
                <a16:creationId xmlns:a16="http://schemas.microsoft.com/office/drawing/2014/main" id="{337B3A3B-4A7E-2460-7570-FB44D1CB9579}"/>
              </a:ext>
            </a:extLst>
          </p:cNvPr>
          <p:cNvSpPr/>
          <p:nvPr/>
        </p:nvSpPr>
        <p:spPr>
          <a:xfrm>
            <a:off x="7412284" y="4257361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25" name="Arrow: Chevron 1035">
            <a:extLst>
              <a:ext uri="{FF2B5EF4-FFF2-40B4-BE49-F238E27FC236}">
                <a16:creationId xmlns:a16="http://schemas.microsoft.com/office/drawing/2014/main" id="{C4FBF212-70CB-FE2D-A3E6-C010B0649BCC}"/>
              </a:ext>
            </a:extLst>
          </p:cNvPr>
          <p:cNvSpPr/>
          <p:nvPr/>
        </p:nvSpPr>
        <p:spPr>
          <a:xfrm rot="10800000">
            <a:off x="7158447" y="4478115"/>
            <a:ext cx="311569" cy="369503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26" name="Rectangle: Rounded Corners 1028">
            <a:extLst>
              <a:ext uri="{FF2B5EF4-FFF2-40B4-BE49-F238E27FC236}">
                <a16:creationId xmlns:a16="http://schemas.microsoft.com/office/drawing/2014/main" id="{337B3A3B-4A7E-2460-7570-FB44D1CB9579}"/>
              </a:ext>
            </a:extLst>
          </p:cNvPr>
          <p:cNvSpPr/>
          <p:nvPr/>
        </p:nvSpPr>
        <p:spPr>
          <a:xfrm>
            <a:off x="5019171" y="4246662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27" name="Arrow: Chevron 1035">
            <a:extLst>
              <a:ext uri="{FF2B5EF4-FFF2-40B4-BE49-F238E27FC236}">
                <a16:creationId xmlns:a16="http://schemas.microsoft.com/office/drawing/2014/main" id="{C4FBF212-70CB-FE2D-A3E6-C010B0649BCC}"/>
              </a:ext>
            </a:extLst>
          </p:cNvPr>
          <p:cNvSpPr/>
          <p:nvPr/>
        </p:nvSpPr>
        <p:spPr>
          <a:xfrm rot="10800000">
            <a:off x="4811149" y="4458944"/>
            <a:ext cx="311569" cy="369503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29" name="Rectangle: Rounded Corners 1028">
            <a:extLst>
              <a:ext uri="{FF2B5EF4-FFF2-40B4-BE49-F238E27FC236}">
                <a16:creationId xmlns:a16="http://schemas.microsoft.com/office/drawing/2014/main" id="{337B3A3B-4A7E-2460-7570-FB44D1CB9579}"/>
              </a:ext>
            </a:extLst>
          </p:cNvPr>
          <p:cNvSpPr/>
          <p:nvPr/>
        </p:nvSpPr>
        <p:spPr>
          <a:xfrm>
            <a:off x="2721026" y="4220115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30" name="Arrow: Chevron 1035">
            <a:extLst>
              <a:ext uri="{FF2B5EF4-FFF2-40B4-BE49-F238E27FC236}">
                <a16:creationId xmlns:a16="http://schemas.microsoft.com/office/drawing/2014/main" id="{C4FBF212-70CB-FE2D-A3E6-C010B0649BCC}"/>
              </a:ext>
            </a:extLst>
          </p:cNvPr>
          <p:cNvSpPr/>
          <p:nvPr/>
        </p:nvSpPr>
        <p:spPr>
          <a:xfrm rot="10800000">
            <a:off x="2513004" y="4432397"/>
            <a:ext cx="311569" cy="369503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32" name="Rectangle: Rounded Corners 1028">
            <a:extLst>
              <a:ext uri="{FF2B5EF4-FFF2-40B4-BE49-F238E27FC236}">
                <a16:creationId xmlns:a16="http://schemas.microsoft.com/office/drawing/2014/main" id="{337B3A3B-4A7E-2460-7570-FB44D1CB9579}"/>
              </a:ext>
            </a:extLst>
          </p:cNvPr>
          <p:cNvSpPr/>
          <p:nvPr/>
        </p:nvSpPr>
        <p:spPr>
          <a:xfrm>
            <a:off x="431026" y="4220115"/>
            <a:ext cx="2117859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35" name="Rectangle: Rounded Corners 27">
            <a:extLst>
              <a:ext uri="{FF2B5EF4-FFF2-40B4-BE49-F238E27FC236}">
                <a16:creationId xmlns:a16="http://schemas.microsoft.com/office/drawing/2014/main" id="{FBE79152-A975-F0FE-CCD8-F07BA78B39ED}"/>
              </a:ext>
            </a:extLst>
          </p:cNvPr>
          <p:cNvSpPr/>
          <p:nvPr/>
        </p:nvSpPr>
        <p:spPr>
          <a:xfrm>
            <a:off x="454782" y="5201838"/>
            <a:ext cx="2104477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36" name="Rectangle: Rounded Corners 1024">
            <a:extLst>
              <a:ext uri="{FF2B5EF4-FFF2-40B4-BE49-F238E27FC236}">
                <a16:creationId xmlns:a16="http://schemas.microsoft.com/office/drawing/2014/main" id="{03216C34-D6B4-C244-020A-4D9035B74F3F}"/>
              </a:ext>
            </a:extLst>
          </p:cNvPr>
          <p:cNvSpPr/>
          <p:nvPr/>
        </p:nvSpPr>
        <p:spPr>
          <a:xfrm>
            <a:off x="2691383" y="5221815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37" name="Rectangle: Rounded Corners 1026">
            <a:extLst>
              <a:ext uri="{FF2B5EF4-FFF2-40B4-BE49-F238E27FC236}">
                <a16:creationId xmlns:a16="http://schemas.microsoft.com/office/drawing/2014/main" id="{E1CC56A7-FC38-7B13-B4B1-B53E271F506D}"/>
              </a:ext>
            </a:extLst>
          </p:cNvPr>
          <p:cNvSpPr/>
          <p:nvPr/>
        </p:nvSpPr>
        <p:spPr>
          <a:xfrm>
            <a:off x="5019170" y="5211194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39" name="Arrow: Chevron 1031">
            <a:extLst>
              <a:ext uri="{FF2B5EF4-FFF2-40B4-BE49-F238E27FC236}">
                <a16:creationId xmlns:a16="http://schemas.microsoft.com/office/drawing/2014/main" id="{6B90370F-5EA3-41F1-5A25-59FB36B9E8DA}"/>
              </a:ext>
            </a:extLst>
          </p:cNvPr>
          <p:cNvSpPr/>
          <p:nvPr/>
        </p:nvSpPr>
        <p:spPr>
          <a:xfrm>
            <a:off x="2446465" y="5429512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40" name="Arrow: Chevron 1033">
            <a:extLst>
              <a:ext uri="{FF2B5EF4-FFF2-40B4-BE49-F238E27FC236}">
                <a16:creationId xmlns:a16="http://schemas.microsoft.com/office/drawing/2014/main" id="{AD6BCD31-4F2F-54A7-26F5-D40156C823B9}"/>
              </a:ext>
            </a:extLst>
          </p:cNvPr>
          <p:cNvSpPr/>
          <p:nvPr/>
        </p:nvSpPr>
        <p:spPr>
          <a:xfrm>
            <a:off x="4739771" y="5429512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41" name="Arrow: Chevron 1034">
            <a:extLst>
              <a:ext uri="{FF2B5EF4-FFF2-40B4-BE49-F238E27FC236}">
                <a16:creationId xmlns:a16="http://schemas.microsoft.com/office/drawing/2014/main" id="{81BD9A21-76EB-E673-75AB-0788CB449B33}"/>
              </a:ext>
            </a:extLst>
          </p:cNvPr>
          <p:cNvSpPr/>
          <p:nvPr/>
        </p:nvSpPr>
        <p:spPr>
          <a:xfrm>
            <a:off x="7033077" y="5429512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57103" y="1074468"/>
            <a:ext cx="1374305" cy="16687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000" dirty="0">
                <a:solidFill>
                  <a:schemeClr val="tx1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{{pic}}</a:t>
            </a:r>
            <a:endParaRPr kumimoji="0" lang="th-TH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51" name="Rectangle: Rounded Corners 1028">
            <a:extLst>
              <a:ext uri="{FF2B5EF4-FFF2-40B4-BE49-F238E27FC236}">
                <a16:creationId xmlns:a16="http://schemas.microsoft.com/office/drawing/2014/main" id="{337B3A3B-4A7E-2460-7570-FB44D1CB9579}"/>
              </a:ext>
            </a:extLst>
          </p:cNvPr>
          <p:cNvSpPr/>
          <p:nvPr/>
        </p:nvSpPr>
        <p:spPr>
          <a:xfrm>
            <a:off x="7366468" y="5219094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pic>
        <p:nvPicPr>
          <p:cNvPr id="38" name="Picture 37" descr="A logo with leaves and a flower&#10;&#10;Description automatically generated">
            <a:extLst>
              <a:ext uri="{FF2B5EF4-FFF2-40B4-BE49-F238E27FC236}">
                <a16:creationId xmlns:a16="http://schemas.microsoft.com/office/drawing/2014/main" id="{57058F97-BF7F-5EEB-E1ED-60A40C579B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721" y="194032"/>
            <a:ext cx="617498" cy="617498"/>
          </a:xfrm>
          <a:prstGeom prst="rect">
            <a:avLst/>
          </a:prstGeom>
          <a:effectLst/>
        </p:spPr>
      </p:pic>
      <p:sp>
        <p:nvSpPr>
          <p:cNvPr id="34" name="Arrow: Chevron 1035">
            <a:extLst>
              <a:ext uri="{FF2B5EF4-FFF2-40B4-BE49-F238E27FC236}">
                <a16:creationId xmlns:a16="http://schemas.microsoft.com/office/drawing/2014/main" id="{C4FBF212-70CB-FE2D-A3E6-C010B0649BCC}"/>
              </a:ext>
            </a:extLst>
          </p:cNvPr>
          <p:cNvSpPr/>
          <p:nvPr/>
        </p:nvSpPr>
        <p:spPr>
          <a:xfrm rot="5400000">
            <a:off x="1262527" y="4953289"/>
            <a:ext cx="426691" cy="369335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68" name="Arrow: Chevron 1034">
            <a:extLst>
              <a:ext uri="{FF2B5EF4-FFF2-40B4-BE49-F238E27FC236}">
                <a16:creationId xmlns:a16="http://schemas.microsoft.com/office/drawing/2014/main" id="{A8D35930-7223-7136-E5CA-B56172BEC005}"/>
              </a:ext>
            </a:extLst>
          </p:cNvPr>
          <p:cNvSpPr/>
          <p:nvPr/>
        </p:nvSpPr>
        <p:spPr>
          <a:xfrm>
            <a:off x="9344364" y="5420693"/>
            <a:ext cx="347338" cy="354042"/>
          </a:xfrm>
          <a:prstGeom prst="chevron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69" name="Rectangle: Rounded Corners 1028">
            <a:extLst>
              <a:ext uri="{FF2B5EF4-FFF2-40B4-BE49-F238E27FC236}">
                <a16:creationId xmlns:a16="http://schemas.microsoft.com/office/drawing/2014/main" id="{60AB0757-1A6F-A45C-DE54-1AF8FD6943EE}"/>
              </a:ext>
            </a:extLst>
          </p:cNvPr>
          <p:cNvSpPr/>
          <p:nvPr/>
        </p:nvSpPr>
        <p:spPr>
          <a:xfrm>
            <a:off x="9677755" y="5210275"/>
            <a:ext cx="2151991" cy="769441"/>
          </a:xfrm>
          <a:prstGeom prst="roundRect">
            <a:avLst/>
          </a:prstGeom>
          <a:solidFill>
            <a:srgbClr val="92D050">
              <a:alpha val="20000"/>
            </a:srgbClr>
          </a:solidFill>
          <a:ln>
            <a:solidFill>
              <a:srgbClr val="00A94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rowallia New" panose="020B0604020202020204" pitchFamily="34" charset="-34"/>
              <a:ea typeface="+mn-ea"/>
              <a:cs typeface="Browallia New" panose="020B0604020202020204" pitchFamily="34" charset="-34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062C17-DCBB-597E-1166-173896C0178B}"/>
              </a:ext>
            </a:extLst>
          </p:cNvPr>
          <p:cNvSpPr txBox="1"/>
          <p:nvPr/>
        </p:nvSpPr>
        <p:spPr>
          <a:xfrm>
            <a:off x="2720782" y="3295614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7FC7719-B544-E609-0828-8693664E3EF6}"/>
              </a:ext>
            </a:extLst>
          </p:cNvPr>
          <p:cNvSpPr txBox="1"/>
          <p:nvPr/>
        </p:nvSpPr>
        <p:spPr>
          <a:xfrm>
            <a:off x="5014087" y="3295614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599B288-AFA6-641F-D48A-550956C48A08}"/>
              </a:ext>
            </a:extLst>
          </p:cNvPr>
          <p:cNvSpPr txBox="1"/>
          <p:nvPr/>
        </p:nvSpPr>
        <p:spPr>
          <a:xfrm>
            <a:off x="7318187" y="3287737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59C4B93-CAC8-35E4-FC53-7A953DA21F1C}"/>
              </a:ext>
            </a:extLst>
          </p:cNvPr>
          <p:cNvSpPr txBox="1"/>
          <p:nvPr/>
        </p:nvSpPr>
        <p:spPr>
          <a:xfrm>
            <a:off x="9621468" y="3287737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4946FFA-733A-87BB-A2AF-9E8EF6522FB9}"/>
              </a:ext>
            </a:extLst>
          </p:cNvPr>
          <p:cNvSpPr txBox="1"/>
          <p:nvPr/>
        </p:nvSpPr>
        <p:spPr>
          <a:xfrm>
            <a:off x="9621468" y="4280646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A93A717-7093-5E4A-EAAC-71ADFF2229BB}"/>
              </a:ext>
            </a:extLst>
          </p:cNvPr>
          <p:cNvSpPr txBox="1"/>
          <p:nvPr/>
        </p:nvSpPr>
        <p:spPr>
          <a:xfrm>
            <a:off x="7388931" y="4280646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957A657-1138-6885-5755-C4FC1D569C4A}"/>
              </a:ext>
            </a:extLst>
          </p:cNvPr>
          <p:cNvSpPr txBox="1"/>
          <p:nvPr/>
        </p:nvSpPr>
        <p:spPr>
          <a:xfrm>
            <a:off x="5040659" y="4280646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31DAC9D-CDDF-E112-FABD-BEF0538D0AB8}"/>
              </a:ext>
            </a:extLst>
          </p:cNvPr>
          <p:cNvSpPr txBox="1"/>
          <p:nvPr/>
        </p:nvSpPr>
        <p:spPr>
          <a:xfrm>
            <a:off x="2738203" y="4280646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A12320-294C-183B-8ADA-D270C510FAF4}"/>
              </a:ext>
            </a:extLst>
          </p:cNvPr>
          <p:cNvSpPr txBox="1"/>
          <p:nvPr/>
        </p:nvSpPr>
        <p:spPr>
          <a:xfrm>
            <a:off x="407097" y="4280646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A9D05AF-7EAF-D954-2BA3-A864E09C6542}"/>
              </a:ext>
            </a:extLst>
          </p:cNvPr>
          <p:cNvSpPr txBox="1"/>
          <p:nvPr/>
        </p:nvSpPr>
        <p:spPr>
          <a:xfrm>
            <a:off x="407097" y="5232615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C708F94-704E-9011-7F3D-1768BB5A9670}"/>
              </a:ext>
            </a:extLst>
          </p:cNvPr>
          <p:cNvSpPr txBox="1"/>
          <p:nvPr/>
        </p:nvSpPr>
        <p:spPr>
          <a:xfrm>
            <a:off x="2707297" y="5232615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DE787F-EAD1-878D-EB42-E1EA756699B5}"/>
              </a:ext>
            </a:extLst>
          </p:cNvPr>
          <p:cNvSpPr txBox="1"/>
          <p:nvPr/>
        </p:nvSpPr>
        <p:spPr>
          <a:xfrm>
            <a:off x="5006474" y="5232615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D962E70-EE70-C645-D055-4CFBAEBE579E}"/>
              </a:ext>
            </a:extLst>
          </p:cNvPr>
          <p:cNvSpPr txBox="1"/>
          <p:nvPr/>
        </p:nvSpPr>
        <p:spPr>
          <a:xfrm>
            <a:off x="7364429" y="5232615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25AD030-F3B1-113D-D3E4-6A1D946BB663}"/>
              </a:ext>
            </a:extLst>
          </p:cNvPr>
          <p:cNvSpPr txBox="1"/>
          <p:nvPr/>
        </p:nvSpPr>
        <p:spPr>
          <a:xfrm>
            <a:off x="9653827" y="5232615"/>
            <a:ext cx="2199846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ชื่อตำแหน่ง</a:t>
            </a:r>
            <a:endParaRPr kumimoji="0" lang="th-TH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หน่วยงาน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ชื่อหน่วยงาน</a:t>
            </a:r>
            <a:endParaRPr lang="en-US" sz="1400" dirty="0">
              <a:solidFill>
                <a:prstClr val="black"/>
              </a:solidFill>
              <a:highlight>
                <a:srgbClr val="FFFF00"/>
              </a:highlight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อายุงานในตำแหน่ง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XX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ปี 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FreesiaUPC" panose="020B0604020202020204" pitchFamily="34" charset="-34"/>
                <a:cs typeface="FreesiaUPC" panose="020B0604020202020204" pitchFamily="34" charset="-34"/>
              </a:rPr>
              <a:t>XX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kumimoji="0" lang="th-TH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reesiaUPC" panose="020B0604020202020204" pitchFamily="34" charset="-34"/>
                <a:cs typeface="FreesiaUPC" panose="020B0604020202020204" pitchFamily="34" charset="-34"/>
              </a:rPr>
              <a:t>เดือน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DBBECF-3740-7296-CCC8-51B9DD2119F9}"/>
              </a:ext>
            </a:extLst>
          </p:cNvPr>
          <p:cNvSpPr txBox="1"/>
          <p:nvPr/>
        </p:nvSpPr>
        <p:spPr>
          <a:xfrm>
            <a:off x="193889" y="3026237"/>
            <a:ext cx="7407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{{#jobs}}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3CF8B-4B1C-6F4C-87A7-C9ADCED53DFF}"/>
              </a:ext>
            </a:extLst>
          </p:cNvPr>
          <p:cNvSpPr txBox="1"/>
          <p:nvPr/>
        </p:nvSpPr>
        <p:spPr>
          <a:xfrm>
            <a:off x="2025510" y="3988258"/>
            <a:ext cx="7407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{{/jobs}}</a:t>
            </a:r>
          </a:p>
        </p:txBody>
      </p:sp>
    </p:spTree>
    <p:extLst>
      <p:ext uri="{BB962C8B-B14F-4D97-AF65-F5344CB8AC3E}">
        <p14:creationId xmlns:p14="http://schemas.microsoft.com/office/powerpoint/2010/main" val="41735223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354</Words>
  <Application>Microsoft Office PowerPoint</Application>
  <PresentationFormat>Widescreen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Browallia New</vt:lpstr>
      <vt:lpstr>FreesiaUPC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KHATAWUT TANOMSUK</dc:creator>
  <cp:lastModifiedBy>อภิวัฒน์ เกษสาวงค์</cp:lastModifiedBy>
  <cp:revision>2</cp:revision>
  <dcterms:created xsi:type="dcterms:W3CDTF">2025-11-18T04:10:39Z</dcterms:created>
  <dcterms:modified xsi:type="dcterms:W3CDTF">2025-11-20T21:11:29Z</dcterms:modified>
</cp:coreProperties>
</file>